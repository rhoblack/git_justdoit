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Git 시작하기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터미널에서 다음 명령어 실행: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설치가 완료되었는지 확인하려면 터미널/명령프롬프트에서: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brew install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Git을 사용하기 전에 가장 먼저 해야 할 일은 "나는 누구인가"를 알려주는 것입니다. 이 정보는 커밋할 때마다 기록됩니다.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또는 개별로 확인: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config --global user.name "당신의이름"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이제 실제로 Git 저장소를 만들어봅시다! 저장소(Repository)는 Git이 파일의 변경 이력을 기록하는 폴더입니다.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터미널/명령프롬프트에서: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 명령어는 "my-first-project"이라는 새로운 폴더를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mkdir my-first-project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기본 작업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이제 실제로 파일을 만들고 Git에 추가해봅시다. 파일을 Git에 추가하는 것은 "이 파일의 변경사항을 기록해주세요"라고 말하는 것입니다.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텍스트 에디터(메모장 등)로 파일을 만듭니다: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출력 예시: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echo "Hello, Git!" &gt; hello.txt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스테이징된 파일들을 실제로 Git 저장소에 저장하는 것을 "커밋(commit)"이라고 합니다. 각 커밋은 하나의 버전을 만드는 것입니다.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"-m" 옵션은 "메시지"를 의미하고, 큰따옴표 안에 변경사항을 설명합니다.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이제 "nothing to commit, working tree clean"이라는 메시지가 나타납니다!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commit -m "Add hello.txt file"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Git 작업을 하다 보면 현재 상태를 파악해야 합니다. 그럴 때 사용하는 명령어들입니다.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 명령어로 알 수 있는 것: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한 줄씩 간단하게 보기: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GitHub, GitLab 같은 원격 서버에 코드를 올리고 가져오는 방법을 배워봅시다.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먼저 GitHub에서 저장소를 만든 후, 다음 명령어로 연결합니다: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잘 연결됐는지 확인: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remote add origin https://github.com/당신의username/저장소이름.git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협업하기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브랜치(Branch)는 독립적인 작업 경로입니다. 나무의 가지처럼, 메인 가지에서 새로운 가지를 만들어 작업한 후 다시 합칠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 명령어는 "feature/login"이라는 브랜치를 만듭니다.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이제 이 브랜치에서 작업합니다.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현재 브랜치 앞에 "*" 기호가 붙습니다.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branch feature/login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브랜치에서 작업을 완료했으면, 이를 마스터 브랜치에 합쳐야 합니다. 이것을 "병합(Merge)"이라고 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마스터 브랜치에 feature/login의 변경사항이 포함됩니다!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이제 login.html 파일이 마스터에도 있습니다!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checkout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두 브랜치에서 같은 파일의 같은 부분을 수정했을 때 "충돌(Conflict)"이 발생합니다. 이를 수동으로 해결해야 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Git에서 충돌을 알립니다.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"both modified" 파일을 찾습니다.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merge other-branch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실제 팀 프로젝트에서는 보통 "Pull Request(PR)"를 통해 코드 리뷰 후에 병합합니다.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PR은 "내 변경사항을 검토해주세요"라는 요청입니다. GitHub, GitLab 같은 사이트에서 사용합니다.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GitHub 웹사이트에서: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push origin feature/new-page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4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문제 해결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잘못된 커밋을 했을 때 이를 취소하는 방법은 여러 가지입니다. 상황에 따라 다릅니다.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이미 공개된 커밋을 되돌릴 때 사용합니다. 새로운 커밋을 만들어서 변경을 되돌립니다.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"abc1234"는 커밋의 해시값입니다. 해당 커밋의 변경을 취소하는 새로운 커밋이 만들어집니다.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log --oneline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작업 중인 변경사항을 임시로 저장하고 나중에 다시 불러올 수 있습니다.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또는 설명을 붙여서: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작업 디렉토리가 깨끗해집니다!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stash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Rebase는 여러 작은 커밋들을 하나로 만들거나, 커밋 순서를 정렬할 때 사용합니다. (고급 기능)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최근 3개의 커밋을 정리하려면: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텍스트 에디터가 열려서 다음과 같은 옵션을 보여줍니다: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rebase -i HEAD~3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다른 브랜치의 특정 커밋만 현재 브랜치에 적용할 때 사용합니다.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해당 커밋의 변경사항이 현재 브랜치에 적용됩니다!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log --oneline other-branch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실전 상황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파일 자체는 삭제하지 않고 Git 히스토리에서만 제거합니다: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모든 커밋 히스토리에서 파일을 제거하려면: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처음부터 이런 일을 방지하려면 .gitignore을 잘 설정하세요: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filter-branch --tree-filter 'rm -f config.txt'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solidFill>
            <a:srgbClr val="28282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이렇게 하면 변경사항 되돌리는 새로운 커밋들이 생성됩니다.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⚠️ 주의: abc1234 이후의 모든 변경사항이 완전히 삭제됩니다!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옵션 B를 사용했다면 force push해야 합니다: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$ git log --oneline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제목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매일 마스터의 최신 코드를 pull합니다: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마스터의 최신 커밋을 기반으로 다시 정렬합니다: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일주일에 한 번씩 master를 병합합니다: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